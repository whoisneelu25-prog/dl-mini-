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Topic: Artificial Intelligence in Healthcare</a:t>
            </a:r>
          </a:p>
          <a:p>
            <a:r>
              <a:t>Objective: Explain how AI is transforming healthcare diagnosis and patient care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Welcome the audience. Emphasize that AI in medicine acts as an assistive decision tool rather than a replacement for clinical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Highlight how dataset availability (such as MIMIC and ImageNet) unlocked rapid breakthroughs over the past decade.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Clarify the difference between vision networks for CT/MRI scans and language models for unstructured clinical progress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Explain to the audience that early triage in emergency departments saves lives by directing specialist attention where most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Point out that physician burnout is directly mitigated through intelligent transcription and documentation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Highlight that algorithm fairness and representative training data are vital for equitable patient health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Discuss how federated learning overcomes the legal and institutional barriers to sharing sensitive health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Speaker Notes:</a:t>
            </a:r>
          </a:p>
          <a:p>
            <a:r>
              <a:t>Conclude by summarizing the core message: the most effective healthcare systems combine human empathy with machine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172A"/>
                </a:solidFill>
              </a:defRPr>
            </a:pPr>
            <a:r>
              <a:t>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Explain how AI is transforming healthcare diagnosis and patient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Introduction to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Introduce the role and transformational potential of AI in modern clinical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Overview and definition of artificial intelligence applied to clinical biomedical systems.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Transition from rule-based medical expert systems to statistical deep learning representations.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Major clinical domains: automated radiologic imaging, electronic health record intelligence, and oncology.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Evolution and Background of Healthcare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Examine historical milestones leading to modern clinical transformers.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Early expert systems like MYCIN and rule-based diagnostic trees in clinical medicine.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Advent of convolutional neural networks (CNNs) revolutionizing 2D and 3D medical image segmentation.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Scaling laws and multimodal vision-language transformers synthesizing clinical text and imaging.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Core AI Technologies Used in Clinical Medicine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Explain the principal deep learning architectures powering healthcare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3D Convolutional Neural Networks and U-Net architectures for volumetric organ segmentation.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Biomedical Transformer Language Models (BioBERT, ClinicalBERT) for automated pathology report parsing.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Graph Neural Networks modeling molecular protein structures and biochemical drug interactions.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AI-Based Medical Diagnosis and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Analyze computer-aided detection and real-time clinical screening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Computer-aided detection algorithms screening high-resolution digital mammography.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Automated lesion identification and boundary delimitation in digital pathology whole-slide images.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Risk stratification algorithms flagging imminent hemodynamic instability in intensive care units.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Real-World Healthcare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Demonstrate applied clinical operations, remote monitoring, and workflow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Continuous wearable sensor monitoring detecting cardiac arrhythmias and atrial fibrillation episodes.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Generative ambient clinical documentation synthesizing physician-patient dialogues into structured EHR entries.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Robotic surgical assistance offering sub-millimeter instrument guidance and tremor suppression.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Benefits and Critical Implementation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Critically evaluate clinical advantages alongside privacy, bias, and regulatory bottlenecks.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Quantifiable benefits: reduced diagnostic latency, triage accuracy, and equalized access in underserved regions.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Critical challenges: dataset bias, lack of out-of-distribution model robustness, and adversarial noise sensitivity.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Privacy and governance: HIPAA compliance, patient consent protocols, and European AI Act high-risk classifications.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Future Horizons and Emerging AI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Explore next-generation frontiers in personalized genomics and federated health networks.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Federated learning paradigms training global biomedical models across hospitals without transmitting sensitive patient records.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Precision medicine algorithms mapping single-cell RNA sequencing data to personalized oncology therapies.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Multimodal foundation models providing unified interactive reasoning across imaging, lab panels, and clinical histories.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 and Strategic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Synthesize key insights and establish future principles for human-in-the-loop AI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AI serves as an indispensable cognitive amplifier for physicians, not an autonomous clinician substitute.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Rigorous prospective randomized clinical trials are required before wide-scale hospital algorithm deployment.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Interdisciplinary synergy between machine learning engineers and clinicians is essential for meaningful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