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Topic: Artificial Intelligence in Healthcare</a:t>
            </a:r>
          </a:p>
          <a:p>
            <a:r>
              <a:t>Objective: Explain how AI is transforming healthcare diagnosis and patient care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1.5 min</a:t>
            </a:r>
          </a:p>
          <a:p/>
          <a:p>
            <a:r>
              <a:t>Speaker Notes:</a:t>
            </a:r>
          </a:p>
          <a:p>
            <a:r>
              <a:t>This presentation is to introduce the core definition and scope of AI in healthcare. Key Mechanism &amp; Operational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1.5 min</a:t>
            </a:r>
          </a:p>
          <a:p/>
          <a:p>
            <a:r>
              <a:t>Speaker Notes:</a:t>
            </a:r>
          </a:p>
          <a:p>
            <a:r>
              <a:t>Slide Title: Evolution and Background in Artificial Intelligence in Healthcare Audience: College Students Time Allocation: 1.5 minutes Bullets Summary: The Core Definition and Scope for Evolution &amp; Background - In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1.5 min</a:t>
            </a:r>
          </a:p>
          <a:p/>
          <a:p>
            <a:r>
              <a:t>Speaker Notes:</a:t>
            </a:r>
          </a:p>
          <a:p>
            <a:r>
              <a:t>Slide Title: System Architecture &amp; Framework in Artificial Intelligence in Healthcare Audience: College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1.5 min</a:t>
            </a:r>
          </a:p>
          <a:p/>
          <a:p>
            <a:r>
              <a:t>Speaker Notes:</a:t>
            </a:r>
          </a:p>
          <a:p>
            <a:r>
              <a:t>Slide Title: Methodologies &amp; Algorithms in Artificial Intelligence in Healthcare Audience: College Students Time Allocation: 1.5 minutes Bullets Summary: The Core Definition and Scope for Methodlogies&amp;Analyte Insights In Artificial Intelligent In Healthcare. Key Mechanism&amp;Operational Workflow. Task: Write concise speaker notes advising the presenter on what to emphasize for college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1.5 min</a:t>
            </a:r>
          </a:p>
          <a:p/>
          <a:p>
            <a:r>
              <a:t>Speaker Notes:</a:t>
            </a:r>
          </a:p>
          <a:p>
            <a:r>
              <a:t>Highlights Slide Title: Real-World Applications in Artificial Intelligence in Healthcare Audience: College Students Time Allocation: 1.5 minutes Bullets Summary: Core Definition &amp; Scope for Real - World Applications 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1.5 min</a:t>
            </a:r>
          </a:p>
          <a:p/>
          <a:p>
            <a:r>
              <a:t>Speaker Notes:</a:t>
            </a:r>
          </a:p>
          <a:p>
            <a:r>
              <a:t>Slide: AI is transforming healthcare diagnosis and patient care. Key Mechanism &amp; Operational Workflow. Task: Write concise speaker notes advising the presenter on what to emphasize for College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1.5 min</a:t>
            </a:r>
          </a:p>
          <a:p/>
          <a:p>
            <a:r>
              <a:t>Speaker Notes:</a:t>
            </a:r>
          </a:p>
          <a:p>
            <a:r>
              <a:t>Presenter notes should be concise and concise, and should include a brief summary of what the speaker is discussing.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1.5 min</a:t>
            </a:r>
          </a:p>
          <a:p/>
          <a:p>
            <a:r>
              <a:t>Speaker Notes:</a:t>
            </a:r>
          </a:p>
          <a:p>
            <a:r>
              <a:t>Slide Title: Conclusion &amp; Future Outlook of Artificial Intelligence in Healthcare Audience: College Students Time Allocation: 1.5 minutes Bullets Summary: The Core Definition and Scope for Conclusion&amp;Future Outlook Of Artificial Integration. Key Mechanism&amp;Operational Workflow. Task: Write concise speaker notes advising the presenter on what to emphasize for college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F172A"/>
                </a:solidFill>
              </a:defRPr>
            </a:pPr>
            <a:r>
              <a:t>Artificial Intelligence in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t>Explain how AI is transforming healthcare diagnosis and patient care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Introduction to Artificial Intelligence in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Introduce topic, motivation, and fundamental significance.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628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The purpose of this presentation is to introduce the core definition and scope of AI in healthcare.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Key Mechanism &amp; Operational Workflow for Introduction to Artificial Intelligence in Healthcare.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Practical Benefit &amp; System Impact for Introduction to Artificial Intelligence in Healthcare.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Introduction to Artificial Intelligence in Healthcare Slide: Introduce topic, motivation, and fundamental significance. Focus: Industry Best Practice &amp; Future Direction.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Evolution &amp; Background in Artificial Intelligence in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Examine historical context and key milestones leading to modern paradigms.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628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The Core Definition and Scope for Evolution &amp; Background in Artificial Intelligence in Healthcare.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Key Mechanism &amp; Operational Workflow.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This is a short presentation on the evolution and background in artificial intelligence in healthcare. It focuses on practical benefits and system impact for evolution &amp; background.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This presentation will focus on the evolution and background in artificial intelligence in healthcare. It will also discuss how AI is changing healthcare diagnosis and patient care.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System Architecture &amp; Framework in Artificial Intelligence in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Break down end-to-end architecture, modules, and pipeline components.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628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The Core Definition and Scope for System Architecture &amp; Framework in Artificial Intelligence in Healthcare.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Artificial Intelligence in Healthcare Slide: Key Mechanism &amp; Operational Workflow.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A brief overview of AI in healthcare.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AI is transforming healthcare diagnosis and patient care.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Methodologies &amp; Algorithms in Artificial Intelligence in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Explain core algorithmic techniques, workflows, and processing pipelines.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628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The Core Definition and Scope for Methodologies &amp; Algorithms in Artificial Intelligence in Healthcare.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Key Mechanism &amp; Operational Workflow.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Practical Benefit and System Impact for Methodologies &amp; Algorithms in Artificial Intelligence.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AI is transforming healthcare diagnosis and patient care.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Real-World Applications in Artificial Intelligence in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Showcase prominent applied use-cases and industry implementations.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628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Artificial Intelligence in Healthcare Slideshow.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Key Mechanism &amp; Operational Workflow for Real-World Applications in Artificial Intelligence in Healthcare.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Artificial Intelligence in Healthcare Slideshow.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This presentation will focus on the use of artificial intelligence in healthcare. It will be presented in a technical seminar format. The purpose of this presentation is to provide an overview of how AI is changing healthcare diagnosis and patient care.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Advantages &amp; System Benefits in Artificial Intelligence in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Summarize efficiency, accuracy, scalability, and practical value additions.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628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AI is transforming healthcare diagnosis and patient care.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Key Mechanism &amp; Operational Workflow.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The benefits and system impact of artificial intelligence in healthcare.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Future Horizons &amp; Emerging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Explore upcoming research directions, next-generation paradigms, and expansion.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628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Future Horizons &amp; Emerging Trends.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Artificial Intelligence in Healthcare Slideshow.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Fundamental architectural principles and concepts driving future horizons &amp; emerging trends.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Conclusion &amp; Future Outlook of Artificial Intelligence in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Synthesize core insights, final takeaways, and concluding remarks.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628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The Core Definition and Scope for Conclusion &amp; Future Outlook of Artificial Intelligence.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Key Mechanism &amp; Operational Workflow.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Artificial Intelligence in Healthcare - Practical Benefit &amp; System Impact.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AI is transforming healthcare diagnosis and patient care.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