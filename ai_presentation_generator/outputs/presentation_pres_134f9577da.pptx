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to 'Artificial Intelligence in Healthcare'. Objective: Explain how AI is transforming healthcare diagnosis and patient care. Generated using google/flan-t5-base and Sentence-BERT.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This presentation will introduce the core definition and scope of AI in healthcare. Key mechanism &amp; operational workflow for Introduction to Artificial Intelligence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Slide Title: Evolution and Background in Artificial Intelligence in Healthcare Audience: College Students Time Allocation: 2.5 minutes Bullets Summary: The Core Definition and Scope for Evolution &amp; Background - 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Slide Title: System Architecture &amp; Framework in Artificial Intelligence in Healthcare Audience: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Slide Title: Methodologies &amp; Algorithms in Artificial Intelligence in Healthcare Audience: College Students Time Allocation: 2.5 minutes Bullets Summary: The Core Definition and Scope for Methodlogies&amp;Analyte Insights In Artificial Intelligent In Healthcare. Key Mechanism&amp;Operational Workflow. Task: Write concise speaker notes advising the presenter on what to emphasize for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Highlights Slide Title: Real-World Applications in Artificial Intelligence in Healthcare Audience: College Students Time Allocation: 2.5 minutes Bullets Summary: Core Definition &amp; Scope for Real - World Applications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Slide: AI is transforming healthcare diagnosis and patient care. Key Mechanism &amp; Operational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Presenter notes should be concise and concise, and should include a brief summary of what the speaker is discussing.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Allocated Pacing: 2.5 min.</a:t>
            </a:r>
          </a:p>
          <a:p>
            <a:r>
              <a:t>Speaker Notes: Slide Title: Conclusion &amp; Future Outlook of Artificial Intelligence in Healthcare Audience: College Students Time Allocation: 2.5 minutes Bullets Summary: The Core Definition and Scope for Conclusion&amp;Future Outlook Of Artificial Integration. Key Mechanism&amp;Operational Workflow. Task: Write concise speaker notes advising the presenter on what to emphasize for college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AI-POWERED • DEEP LEARNING • NLP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Artificial Intelligence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Objective: Explain how AI is transforming healthcare diagnosis and patient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Audience: College Students   |   Slides: 8   |   Duration: 20 mins   |   Difficulty: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01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Introduction to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Introduce topic, motivation, and fundamental significance.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purpose of this presentation is to introduce the core definition and scope of AI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 for Introduction to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Practical Benefit &amp; System Impact for Introduction to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Introduction to Artificial Intelligence in Healthcare Slide: Introduce topic, motivation, and fundamental significance. Focus: Industry Best Practice &amp; Future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Artificial Intelligence in Healthcare - A Case Study.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02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Evolution &amp; Background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Examine historical context and key milestones leading to modern paradigms.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Core Definition and Scope for Evolution &amp; Background in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This is a short presentation on the evolution and background in artificial intelligence in healthcare. It focuses on practical benefits and system impact for evolution &amp; background.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This presentation will focus on the evolution and background in artificial intelligence in healthcare. It will also discuss how AI is changing healthcare diagnosis and patient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Artificial Intelligence in Healthcare: Evolution &amp; Background.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03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System Architecture &amp; Framework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Break down end-to-end architecture, modules, and pipeline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Core Definition and Scope for System Architecture &amp; Framework in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Artificial Intelligence in Healthcare Slide: Key Mechanism &amp; Operational Workflow.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 brief overview of AI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AI is transforming healthcare diagnosis and patient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 real-world case study or practical application (1-2 sentences) demonstrating system architecture &amp; framework in artificial intelligence in healthcare.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04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Methodologies &amp; Algorithms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Explain core algorithmic techniques, workflows, and processing pipelines.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Core Definition and Scope for Methodologies &amp; Algorithms in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Practical Benefit and System Impact for Methodologies &amp; Algorithms in Artificial Intelligence.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AI is transforming healthcare diagnosis and patient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Artificial Intelligence in Healthcare - A Case Study.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05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Real-World Applications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Showcase prominent applied use-cases and industry implementations.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Artificial Intelligence in Healthcare Slideshow.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 for Real-World Applications in Artificial Intelligence in Healthcare.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Artificial Intelligence in Healthcare Slideshow.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This presentation will focus on the use of artificial intelligence in healthcare. It will be presented in a technical seminar format. The purpose of this presentation is to provide an overview of how AI is changing healthcare diagnosis and patient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Real-World Applications in Artificial Intelligence in Healthcare.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06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Advantages &amp; System Benefits in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Summarize efficiency, accuracy, scalability, and practical value additions.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AI is transforming healthcare diagnosis and patient care.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benefits and system impact of artificial intelligence in healthcare.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Artificial Intelligence in Healthcare: Advantages &amp; System Benefits.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07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Future Horizons &amp; Emerging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Explore upcoming research directions, next-generation paradigms, and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Future Horizons &amp; Emerging Trends.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Artificial Intelligence in Healthcare Slideshow.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Fundamental architectural principles and concepts driving future horizons &amp; emerging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Future Horizons &amp; Emerging Trends in Healthcare.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08  •  ⏱ 2.5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 &amp; Future Outlook of Artificial Intelligence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75569"/>
                </a:solidFill>
              </a:defRPr>
            </a:pPr>
            <a:r>
              <a:t>Purpose: Synthesize core insights, final takeaways, and concluding remarks.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583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The Core Definition and Scope for Conclusion &amp; Future Outlook of Artificial Intelligence.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Key Mechanism &amp; Operational Workflow.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Artificial Intelligence in Healthcare - Practical Benefit &amp; System Impact.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AI is transforming healthcare diagnosis and patient care.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38404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474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F46E5"/>
                </a:solidFill>
              </a:defRPr>
            </a:pPr>
            <a:r>
              <a:t>CASE STUDY / PRACTICAL INSIGHT</a:t>
            </a:r>
          </a:p>
          <a:p>
            <a:pPr>
              <a:spcAft>
                <a:spcPts val="1400"/>
              </a:spcAft>
              <a:defRPr sz="1300">
                <a:solidFill>
                  <a:srgbClr val="0F172A"/>
                </a:solidFill>
              </a:defRPr>
            </a:pPr>
            <a:r>
              <a:t>Artificial Intelligence in Healthcare - A Case Study.</a:t>
            </a:r>
          </a:p>
          <a:p>
            <a:pPr>
              <a:defRPr sz="1100" i="1">
                <a:solidFill>
                  <a:srgbClr val="475569"/>
                </a:solidFill>
              </a:defRPr>
            </a:pPr>
            <a:r>
              <a:t>Audience Focus: College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