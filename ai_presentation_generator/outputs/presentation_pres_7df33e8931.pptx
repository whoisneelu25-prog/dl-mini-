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Topic: Autonomous Driving and Computer Vision</a:t>
            </a:r>
          </a:p>
          <a:p>
            <a:r>
              <a:t>Objective: Analyze deep neural perception, LiDAR sensor fusion, and real-time path planning in self-driving vehicles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Introduce the seminar scope covering edge computer vision, multimodal sensor fusion, and latency bounds for autonomous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Explain trade-offs between dense semantic texture from RGB cameras and precise metric depth from rotating LiDAR scanners.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Point out how transformer cross-attention mechanisms seamlessly resolve camera perspective depth ambiguities into top-down representations.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Walk the audience through the trade-offs: early fusion is information-rich but sensitive to calibration jitter; late fusion is robust but discards weak signal synergy.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Detail how urban street canyons cause GNSS multipath errors, necessitating point-cloud scan matching against pre-computed HD 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Emphasize that motion forecasting cannot produce a single deterministic line; it must output multi-modal Gaussian distributions over potential futures.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Contrast rule-based cost-function optimizers against emerging differentiable end-to-end driving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Remind the faculty audience that a 100ms compute delay at 100 km/h corresponds to 2.8 meters of unguided vehicle displacement.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Explain that autonomous driving safety is dominated by the rare long-tail scenarios occurring once every million miles.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Conclude the presentation by summarizing the ultimate goal: deploying verifiable, generalizable vision agents that eliminate preventable traffic fatalities.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Autonomous Driving and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Analyze deep neural perception, LiDAR sensor fusion, and real-time path planning in self-driving vehicles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Introduction to Autonomous Driving and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Introduce foundational autonomy taxonomy, operational design domains, and perception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SAE Level 0 to Level 5 autonomy spectrum and real-time compute requirements.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Decomposition of autonomy stack: perception, localization, state estimation, and path execution.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Critical role of convolutional and transformer backbones operating on 360-degree camera feeds.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Sensor Modalities &amp; Multi-Modal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Examine complementary physical sensor characteristics and signal acquisition.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High-resolution CMOS image sensors providing dense RGB texture and semantic sign identification.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Frequency-modulated continuous-wave (FMCW) LiDAR yielding direct 3D point cloud coordinate geometries.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Millimeter-wave radar providing all-weather Doppler velocity measurements and obstruction penetration.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Deep Neural Perception &amp; 3D Object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Break down state-of-the-art vision architectures mapping raw sensors to bounding boxes.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Bird's-Eye-View (BEV) perception transformers projecting multi-camera perspective images into unified ground planes.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PointNet and VoxelNet neural architectures directly processing sparse unstructured 3D LiDAR point clouds.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Simultaneous multi-task networks outputting 3D bounding boxes, semantic lane topologies, and road drivability masks.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Sensor Fusion Architectures: Early vs. Late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Analyze mathematical representations for combining disparate sensor streams.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Early fusion combining raw calibrated camera pixels and projected LiDAR depth maps prior to feature extraction.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Late fusion consolidating high-level candidate object detections via Bayesian Kalman filtering.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Deep middle fusion utilizing transformer attention to exchange cross-modal feature embeddings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Simultaneous Localization and Mapping (SLAM)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Examine high-definition spatial mapping and centimeter-accurate vehicle positioning.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Visual-Inertial Odometry (VIO) coupling feature tracking with high-frequency IMU accelerometer updates.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HD map vector representations encoding centimeter-precision lane boundaries, intersection rules, and signal heads.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LiDAR scan matching against pre-built surfel maps maintaining localization in GNSS-denied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Motion Prediction &amp; Agent Trajectory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Analyze probabilistic trajectory forecasting for surrounding dynamic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Recurrent graph neural networks modeling interactive lane-vehicle and vehicle-pedestrian spatio-temporal dynamics.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Multi-modal trajectory distributions capturing divergent intention hypotheses (e.g. yield vs. turn).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Social pooling mechanisms modeling cooperative multi-agent interactions at complex four-way intersections.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Path Planning, Behavioral Decision Making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Explore real-time trajectory optimization and collision avoidance controllers.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Hierarchical motion planners splitting long-horizon mission routing from short-horizon collision avoidance.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Model Predictive Control (MPC) optimizing vehicle steering angle, acceleration, and jerk boundaries.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End-to-end neural motion planning models directly mapping sensor representations to trajectory waypoints.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Edge Compute Hardware &amp; Latency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Examine embedded inference platforms, safety watchdogs, and deterministic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Automotive SoC architectures (NVIDIA Orin, Tesla FSD Chip) delivering 250+ INT8/FP16 Deep Learning TOPS.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Strict 100-millisecond end-to-end latency budget from photon capture to actuator brake execution.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ASIL-D safety integrity standards requiring redundant lockstep CPUs and independent fallback trajectory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Edge Cases, OOD Scenarios &amp; Safety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Analyze long-tail safety distribution and simulation validation paradigms.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The long-tail distribution challenge: emergency vehicles, road debris, construction detours, and adverse glare.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Out-of-distribution (OOD) neural uncertainty estimation quantifying model epistemic confidence.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Photorealistic neural radiance field (NeRF) simulation running billions of virtual stress-test miles.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&amp; Next-Generation Autonomous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Synthesize architectural principles and explore foundation models in autonomy.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Convergence toward unified end-to-end foundation models connecting vision-language reasoning to vehicle actuation.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Transition from HD-map dependent geofenced robotaxis to mapless generalized urban perception.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Regulatory certification frameworks establishing ISO 26262 and SOTIF safety validation benchmarks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